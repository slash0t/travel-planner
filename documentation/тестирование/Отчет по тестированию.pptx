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4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5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91" r:id="rId2"/>
    <p:sldId id="292" r:id="rId3"/>
    <p:sldId id="293" r:id="rId4"/>
    <p:sldId id="294" r:id="rId5"/>
    <p:sldId id="295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DCD0"/>
    <a:srgbClr val="D6B87C"/>
    <a:srgbClr val="E4BC7B"/>
    <a:srgbClr val="F0DB10"/>
    <a:srgbClr val="FFED01"/>
    <a:srgbClr val="920000"/>
    <a:srgbClr val="E7E4DC"/>
    <a:srgbClr val="E7EAED"/>
    <a:srgbClr val="F4E7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75817" autoAdjust="0"/>
  </p:normalViewPr>
  <p:slideViewPr>
    <p:cSldViewPr snapToGrid="0">
      <p:cViewPr varScale="1">
        <p:scale>
          <a:sx n="57" d="100"/>
          <a:sy n="57" d="100"/>
        </p:scale>
        <p:origin x="13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2200" b="1" dirty="0"/>
              <a:t>Процент</a:t>
            </a:r>
            <a:r>
              <a:rPr lang="ru-RU" sz="2200" b="1" baseline="0" dirty="0"/>
              <a:t> покрытия кода тестами по модулям</a:t>
            </a:r>
            <a:endParaRPr lang="ru-RU" sz="2200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planner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planner</c:v>
                </c:pt>
                <c:pt idx="1">
                  <c:v>external</c:v>
                </c:pt>
                <c:pt idx="2">
                  <c:v>auth</c:v>
                </c:pt>
                <c:pt idx="3">
                  <c:v>library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 formatCode="0%">
                  <c:v>0.76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16-4784-9718-678998A3EADB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external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planner</c:v>
                </c:pt>
                <c:pt idx="1">
                  <c:v>external</c:v>
                </c:pt>
                <c:pt idx="2">
                  <c:v>auth</c:v>
                </c:pt>
                <c:pt idx="3">
                  <c:v>library</c:v>
                </c:pt>
              </c:strCache>
            </c:strRef>
          </c:cat>
          <c:val>
            <c:numRef>
              <c:f>Лист1!$C$2:$C$5</c:f>
              <c:numCache>
                <c:formatCode>0%</c:formatCode>
                <c:ptCount val="4"/>
                <c:pt idx="1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716-4784-9718-678998A3EADB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auth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planner</c:v>
                </c:pt>
                <c:pt idx="1">
                  <c:v>external</c:v>
                </c:pt>
                <c:pt idx="2">
                  <c:v>auth</c:v>
                </c:pt>
                <c:pt idx="3">
                  <c:v>library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  <c:pt idx="2" formatCode="0%">
                  <c:v>0.81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716-4784-9718-678998A3EADB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library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planner</c:v>
                </c:pt>
                <c:pt idx="1">
                  <c:v>external</c:v>
                </c:pt>
                <c:pt idx="2">
                  <c:v>auth</c:v>
                </c:pt>
                <c:pt idx="3">
                  <c:v>library</c:v>
                </c:pt>
              </c:strCache>
            </c:strRef>
          </c:cat>
          <c:val>
            <c:numRef>
              <c:f>Лист1!$E$2:$E$5</c:f>
              <c:numCache>
                <c:formatCode>General</c:formatCode>
                <c:ptCount val="4"/>
                <c:pt idx="3" formatCode="0%">
                  <c:v>0.86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716-4784-9718-678998A3EAD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22"/>
        <c:overlap val="100"/>
        <c:axId val="1506078799"/>
        <c:axId val="1506082159"/>
      </c:barChart>
      <c:catAx>
        <c:axId val="15060787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506082159"/>
        <c:crosses val="autoZero"/>
        <c:auto val="1"/>
        <c:lblAlgn val="ctr"/>
        <c:lblOffset val="100"/>
        <c:noMultiLvlLbl val="0"/>
      </c:catAx>
      <c:valAx>
        <c:axId val="150608215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5060787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Распределение тестов по модулям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Тесты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Лист1!$A$2:$A$5</c:f>
              <c:strCache>
                <c:ptCount val="4"/>
                <c:pt idx="0">
                  <c:v>planner</c:v>
                </c:pt>
                <c:pt idx="1">
                  <c:v>external</c:v>
                </c:pt>
                <c:pt idx="2">
                  <c:v>auth</c:v>
                </c:pt>
                <c:pt idx="3">
                  <c:v>library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298</c:v>
                </c:pt>
                <c:pt idx="1">
                  <c:v>96</c:v>
                </c:pt>
                <c:pt idx="2">
                  <c:v>151</c:v>
                </c:pt>
                <c:pt idx="3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6E-4F69-AFA5-67CE28DDDAD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2200" b="1" dirty="0"/>
              <a:t>Процент</a:t>
            </a:r>
            <a:r>
              <a:rPr lang="ru-RU" sz="2200" b="1" baseline="0" dirty="0"/>
              <a:t> покрытия кода тестами</a:t>
            </a:r>
            <a:r>
              <a:rPr lang="en-US" sz="2200" b="1" baseline="0" dirty="0"/>
              <a:t> </a:t>
            </a:r>
            <a:r>
              <a:rPr lang="ru-RU" sz="2200" b="1" baseline="0" dirty="0"/>
              <a:t>модуля </a:t>
            </a:r>
            <a:r>
              <a:rPr lang="en-US" sz="2200" b="1" baseline="0" dirty="0"/>
              <a:t>auth</a:t>
            </a:r>
            <a:r>
              <a:rPr lang="ru-RU" sz="2200" b="1" baseline="0" dirty="0"/>
              <a:t> по пакетам</a:t>
            </a:r>
            <a:endParaRPr lang="ru-RU" sz="2200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Лист1!$A$2:$A$12</c:f>
              <c:strCache>
                <c:ptCount val="11"/>
                <c:pt idx="0">
                  <c:v>ru.putevod.app.auth.service.impl</c:v>
                </c:pt>
                <c:pt idx="1">
                  <c:v>ru.putevod.app.auth.service</c:v>
                </c:pt>
                <c:pt idx="2">
                  <c:v>ru.putevod.app.auth.security</c:v>
                </c:pt>
                <c:pt idx="3">
                  <c:v>ru.putevod.app.auth.scheduler</c:v>
                </c:pt>
                <c:pt idx="4">
                  <c:v>ru.putevod.app.auth.model</c:v>
                </c:pt>
                <c:pt idx="5">
                  <c:v>ru.putevod.app.auth.exception</c:v>
                </c:pt>
                <c:pt idx="6">
                  <c:v>ru.putevod.app.auth.controller</c:v>
                </c:pt>
                <c:pt idx="7">
                  <c:v>ru.putevod.app.auth.config</c:v>
                </c:pt>
                <c:pt idx="8">
                  <c:v>ru.putevod.app.auth.client</c:v>
                </c:pt>
                <c:pt idx="9">
                  <c:v>ru.putevod.app.auth.aspect</c:v>
                </c:pt>
                <c:pt idx="10">
                  <c:v>ru.putevod.app.auth.annotation</c:v>
                </c:pt>
              </c:strCache>
            </c:strRef>
          </c:cat>
          <c:val>
            <c:numRef>
              <c:f>Лист1!$B$2:$B$12</c:f>
              <c:numCache>
                <c:formatCode>0%</c:formatCode>
                <c:ptCount val="11"/>
                <c:pt idx="0">
                  <c:v>0.81</c:v>
                </c:pt>
                <c:pt idx="1">
                  <c:v>0.84</c:v>
                </c:pt>
                <c:pt idx="2">
                  <c:v>0.79</c:v>
                </c:pt>
                <c:pt idx="3">
                  <c:v>0.11</c:v>
                </c:pt>
                <c:pt idx="4">
                  <c:v>0.77</c:v>
                </c:pt>
                <c:pt idx="5">
                  <c:v>1</c:v>
                </c:pt>
                <c:pt idx="6">
                  <c:v>0.67</c:v>
                </c:pt>
                <c:pt idx="7">
                  <c:v>0.75</c:v>
                </c:pt>
                <c:pt idx="8">
                  <c:v>1</c:v>
                </c:pt>
                <c:pt idx="9">
                  <c:v>0.88</c:v>
                </c:pt>
                <c:pt idx="1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16-4784-9718-678998A3EAD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22"/>
        <c:overlap val="100"/>
        <c:axId val="1506078799"/>
        <c:axId val="1506082159"/>
      </c:barChart>
      <c:catAx>
        <c:axId val="15060787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506082159"/>
        <c:crosses val="autoZero"/>
        <c:auto val="1"/>
        <c:lblAlgn val="ctr"/>
        <c:lblOffset val="100"/>
        <c:noMultiLvlLbl val="0"/>
      </c:catAx>
      <c:valAx>
        <c:axId val="150608215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5060787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2200" b="1" dirty="0"/>
              <a:t>Процент</a:t>
            </a:r>
            <a:r>
              <a:rPr lang="ru-RU" sz="2200" b="1" baseline="0" dirty="0"/>
              <a:t> покрытия кода тестами</a:t>
            </a:r>
            <a:r>
              <a:rPr lang="en-US" sz="2200" b="1" baseline="0" dirty="0"/>
              <a:t> </a:t>
            </a:r>
            <a:r>
              <a:rPr lang="ru-RU" sz="2200" b="1" baseline="0" dirty="0"/>
              <a:t>модуля </a:t>
            </a:r>
            <a:r>
              <a:rPr lang="en-US" sz="2200" b="1" baseline="0" dirty="0"/>
              <a:t>external</a:t>
            </a:r>
            <a:r>
              <a:rPr lang="ru-RU" sz="2200" b="1" baseline="0" dirty="0"/>
              <a:t> по пакетам</a:t>
            </a:r>
            <a:endParaRPr lang="ru-RU" sz="2200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Лист1!$A$2:$A$7</c:f>
              <c:strCache>
                <c:ptCount val="6"/>
                <c:pt idx="0">
                  <c:v>ru.putevod.app.external.service.impl</c:v>
                </c:pt>
                <c:pt idx="1">
                  <c:v>ru.putevod.app.external.security</c:v>
                </c:pt>
                <c:pt idx="2">
                  <c:v>ru.putevod.app.external.exception</c:v>
                </c:pt>
                <c:pt idx="3">
                  <c:v>ru.putevod.app.external.controller</c:v>
                </c:pt>
                <c:pt idx="4">
                  <c:v>ru.putevod.app.external.config</c:v>
                </c:pt>
                <c:pt idx="5">
                  <c:v>ru.putevod.app.external.client</c:v>
                </c:pt>
              </c:strCache>
            </c:strRef>
          </c:cat>
          <c:val>
            <c:numRef>
              <c:f>Лист1!$B$2:$B$7</c:f>
              <c:numCache>
                <c:formatCode>0%</c:formatCode>
                <c:ptCount val="6"/>
                <c:pt idx="0">
                  <c:v>0.82</c:v>
                </c:pt>
                <c:pt idx="1">
                  <c:v>0.45</c:v>
                </c:pt>
                <c:pt idx="2">
                  <c:v>0.92</c:v>
                </c:pt>
                <c:pt idx="3">
                  <c:v>0.96</c:v>
                </c:pt>
                <c:pt idx="4">
                  <c:v>0.85</c:v>
                </c:pt>
                <c:pt idx="5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16-4784-9718-678998A3EAD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22"/>
        <c:overlap val="100"/>
        <c:axId val="1506078799"/>
        <c:axId val="1506082159"/>
      </c:barChart>
      <c:catAx>
        <c:axId val="15060787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506082159"/>
        <c:crosses val="autoZero"/>
        <c:auto val="1"/>
        <c:lblAlgn val="ctr"/>
        <c:lblOffset val="100"/>
        <c:noMultiLvlLbl val="0"/>
      </c:catAx>
      <c:valAx>
        <c:axId val="150608215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5060787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2200" b="1" dirty="0"/>
              <a:t>Процент</a:t>
            </a:r>
            <a:r>
              <a:rPr lang="ru-RU" sz="2200" b="1" baseline="0" dirty="0"/>
              <a:t> покрытия кода тестами</a:t>
            </a:r>
            <a:r>
              <a:rPr lang="en-US" sz="2200" b="1" baseline="0" dirty="0"/>
              <a:t> </a:t>
            </a:r>
            <a:r>
              <a:rPr lang="ru-RU" sz="2200" b="1" baseline="0" dirty="0"/>
              <a:t>модуля </a:t>
            </a:r>
            <a:r>
              <a:rPr lang="en-US" sz="2200" b="1" baseline="0" dirty="0"/>
              <a:t>library</a:t>
            </a:r>
            <a:r>
              <a:rPr lang="ru-RU" sz="2200" b="1" baseline="0" dirty="0"/>
              <a:t> по пакетам</a:t>
            </a:r>
            <a:endParaRPr lang="ru-RU" sz="2200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Лист1!$A$2:$A$10</c:f>
              <c:strCache>
                <c:ptCount val="9"/>
                <c:pt idx="0">
                  <c:v>ru.putevod.app.library.service</c:v>
                </c:pt>
                <c:pt idx="1">
                  <c:v>ru.putevod.app.library.security</c:v>
                </c:pt>
                <c:pt idx="2">
                  <c:v>ru.putevod.app.library.exception</c:v>
                </c:pt>
                <c:pt idx="3">
                  <c:v>ru.putevod.app.library.entity</c:v>
                </c:pt>
                <c:pt idx="4">
                  <c:v>ru.putevod.app.library.controller</c:v>
                </c:pt>
                <c:pt idx="5">
                  <c:v>ru.putevod.app.library.config</c:v>
                </c:pt>
                <c:pt idx="6">
                  <c:v>ru.putevod.app.library.client</c:v>
                </c:pt>
                <c:pt idx="7">
                  <c:v>ru.putevod.app.library.aspect</c:v>
                </c:pt>
                <c:pt idx="8">
                  <c:v>ru.putevod.app.library.annotation</c:v>
                </c:pt>
              </c:strCache>
            </c:strRef>
          </c:cat>
          <c:val>
            <c:numRef>
              <c:f>Лист1!$B$2:$B$10</c:f>
              <c:numCache>
                <c:formatCode>0%</c:formatCode>
                <c:ptCount val="9"/>
                <c:pt idx="0">
                  <c:v>0.92</c:v>
                </c:pt>
                <c:pt idx="1">
                  <c:v>0.99</c:v>
                </c:pt>
                <c:pt idx="2">
                  <c:v>0.92</c:v>
                </c:pt>
                <c:pt idx="3">
                  <c:v>0.98</c:v>
                </c:pt>
                <c:pt idx="4">
                  <c:v>0.82</c:v>
                </c:pt>
                <c:pt idx="5">
                  <c:v>0.83</c:v>
                </c:pt>
                <c:pt idx="6">
                  <c:v>0.78</c:v>
                </c:pt>
                <c:pt idx="7">
                  <c:v>0.63</c:v>
                </c:pt>
                <c:pt idx="8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16-4784-9718-678998A3EAD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22"/>
        <c:overlap val="100"/>
        <c:axId val="1506078799"/>
        <c:axId val="1506082159"/>
      </c:barChart>
      <c:catAx>
        <c:axId val="15060787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506082159"/>
        <c:crosses val="autoZero"/>
        <c:auto val="1"/>
        <c:lblAlgn val="ctr"/>
        <c:lblOffset val="100"/>
        <c:noMultiLvlLbl val="0"/>
      </c:catAx>
      <c:valAx>
        <c:axId val="150608215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5060787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2200" b="1" dirty="0"/>
              <a:t>Процент</a:t>
            </a:r>
            <a:r>
              <a:rPr lang="ru-RU" sz="2200" b="1" baseline="0" dirty="0"/>
              <a:t> покрытия кода тестами</a:t>
            </a:r>
            <a:r>
              <a:rPr lang="en-US" sz="2200" b="1" baseline="0" dirty="0"/>
              <a:t> </a:t>
            </a:r>
            <a:r>
              <a:rPr lang="ru-RU" sz="2200" b="1" baseline="0" dirty="0"/>
              <a:t>модуля </a:t>
            </a:r>
            <a:r>
              <a:rPr lang="en-US" sz="2200" b="1" baseline="0" dirty="0"/>
              <a:t>planner</a:t>
            </a:r>
            <a:r>
              <a:rPr lang="ru-RU" sz="2200" b="1" baseline="0" dirty="0"/>
              <a:t> по пакетам</a:t>
            </a:r>
            <a:endParaRPr lang="ru-RU" sz="2200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Лист1!$A$2:$A$8</c:f>
              <c:strCache>
                <c:ptCount val="7"/>
                <c:pt idx="0">
                  <c:v>ru.putevod.app.planner.service.impl</c:v>
                </c:pt>
                <c:pt idx="1">
                  <c:v>ru.putevod.app.planner.scheduler</c:v>
                </c:pt>
                <c:pt idx="2">
                  <c:v>ru.putevod.app.planner.mapper</c:v>
                </c:pt>
                <c:pt idx="3">
                  <c:v>ru.putevod.app.planner.exception</c:v>
                </c:pt>
                <c:pt idx="4">
                  <c:v>ru.putevod.app.planner.controller</c:v>
                </c:pt>
                <c:pt idx="5">
                  <c:v>ru.putevod.app.planner.config</c:v>
                </c:pt>
                <c:pt idx="6">
                  <c:v>ru.putevod.app.planner.client</c:v>
                </c:pt>
              </c:strCache>
            </c:strRef>
          </c:cat>
          <c:val>
            <c:numRef>
              <c:f>Лист1!$B$2:$B$8</c:f>
              <c:numCache>
                <c:formatCode>0%</c:formatCode>
                <c:ptCount val="7"/>
                <c:pt idx="0">
                  <c:v>0.81</c:v>
                </c:pt>
                <c:pt idx="1">
                  <c:v>0.75</c:v>
                </c:pt>
                <c:pt idx="2">
                  <c:v>0.76</c:v>
                </c:pt>
                <c:pt idx="3">
                  <c:v>0.9</c:v>
                </c:pt>
                <c:pt idx="4">
                  <c:v>0.69</c:v>
                </c:pt>
                <c:pt idx="5">
                  <c:v>0.6</c:v>
                </c:pt>
                <c:pt idx="6">
                  <c:v>0.57999999999999996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16-4784-9718-678998A3EAD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22"/>
        <c:overlap val="100"/>
        <c:axId val="1506078799"/>
        <c:axId val="1506082159"/>
      </c:barChart>
      <c:catAx>
        <c:axId val="15060787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506082159"/>
        <c:crosses val="autoZero"/>
        <c:auto val="1"/>
        <c:lblAlgn val="ctr"/>
        <c:lblOffset val="100"/>
        <c:noMultiLvlLbl val="0"/>
      </c:catAx>
      <c:valAx>
        <c:axId val="150608215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5060787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2B650F-436D-4BA0-B900-B72E4F167AA6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8D9803-42D8-4D99-82EC-EB0B70B50C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9008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D9803-42D8-4D99-82EC-EB0B70B50CA0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82053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7E8AD-7EE4-E75E-D688-2E4ADE258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2A607AF-D2A2-582D-6083-E84958D850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A83E553-4F00-BE47-834A-2DFB52ABF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9C4942-AFC7-672A-AD16-C24197B459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D9803-42D8-4D99-82EC-EB0B70B50CA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83954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F419B-408B-C1C0-8749-9A4C7FC6C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3FAD29C-3D07-15E6-AEEA-F80F48D84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3EEE0D0-631F-86A5-8D71-9182978E27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73A9238-134D-0205-C982-EBC01000AE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D9803-42D8-4D99-82EC-EB0B70B50CA0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0058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2DE66-8657-F52C-40ED-AB218CA13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EF50167-C0B6-A8AB-4331-442904F697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6CB4CD1-9C5B-154F-DB47-7672C8C109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5D6EB40-93AF-8824-F725-A935258C7B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D9803-42D8-4D99-82EC-EB0B70B50CA0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05172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10766-AC85-681C-4106-A53C44EAA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11906BF-944B-5F3F-D5AD-6F593C3D78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77B3CD6-16ED-3076-EAC0-0F5A9E2BE5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4319360-4F34-4E52-B710-C283E50816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D9803-42D8-4D99-82EC-EB0B70B50CA0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2649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9D9F60-A1E8-3915-8F25-67D3D6B663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FF8F968-14B2-D9CD-8FC6-BD2CA5CA4F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F7D16A-95FA-8A6D-3027-1E674C717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DA752-6FA1-4844-ABEB-B03A4046077E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E3F90E-C979-941E-3C93-5701819D4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28AB94-0CE6-2033-E8AD-A1EFF7D23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4D16-AA04-4B51-8726-1D40778FE7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2951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2B829A-42C3-E189-3D3D-88487144F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7318B5-F58A-9E32-D6D1-D24480A8A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1B0B4C-0426-7B47-AB30-DB2A3B4BC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DA752-6FA1-4844-ABEB-B03A4046077E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D12265-BB45-4348-FF96-B139C5E43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30F900-DF97-EDEF-62BF-30EBE7402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4D16-AA04-4B51-8726-1D40778FE7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5610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69C8ED-34BB-7FE1-6105-A6BC5A825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F632EA0-CF25-6253-21E1-1B835C5542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1B5685-5188-953A-96BA-DFC137259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DA752-6FA1-4844-ABEB-B03A4046077E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A23DAB7-4515-BE7F-4BF3-FFBB8C7B1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BD26C4-CECE-4283-ADEB-EE0C6291F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4D16-AA04-4B51-8726-1D40778FE7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3708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69A4A5-B357-2A97-48DC-22B7720DC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06CDA3-5075-4CD8-3CB3-F43EE5CE44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0E88C48-62FE-DCE5-E6AB-A9FB4EC15F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828AED7-4649-AB5F-8D7A-3AADECD99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DA752-6FA1-4844-ABEB-B03A4046077E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E469627-B717-73C0-71C5-E371B3855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BB3970B-D854-85BA-D82C-A704CF5E2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4D16-AA04-4B51-8726-1D40778FE7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9676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CA88F5-CDAD-0CBD-D3AE-B035A4DF1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0A0945A-6DBC-7D1B-4B18-40AC24043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54953CB-8F28-5511-9498-9F6A237736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34C975C-CEA9-87AD-9A5C-B550CD8AFC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E84D04F-843D-58BC-B43A-14CCB4D614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16FBBC1-BFD0-670A-6FB7-6DBDE422F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DA752-6FA1-4844-ABEB-B03A4046077E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DA31AED-CD1C-294F-B541-373365382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710D304-9E1F-ECD0-5662-BB8286006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4D16-AA04-4B51-8726-1D40778FE7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8993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E267BC-7B69-758D-36C0-C03A5E5B6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E752198-16E5-B85F-8B00-177E7C9B9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DA752-6FA1-4844-ABEB-B03A4046077E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B1CD1E0-423B-8AA3-1D99-94D60AE95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1270218-9976-7FFC-EC45-EACCDD8AE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4D16-AA04-4B51-8726-1D40778FE7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4190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3EFDD18-CCA3-D47F-0266-F931AB7AB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DA752-6FA1-4844-ABEB-B03A4046077E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AFFE5F4-D1F0-A626-3389-5D1A3C544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94C1983-CA8C-2869-881E-01E186236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4D16-AA04-4B51-8726-1D40778FE7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2685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8A6C31-AEE1-D581-B893-8CF1731E3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E1A01F-C6FE-C16E-77E1-E751B0E50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7B2F8B4-4CAC-1715-41E5-98CD1033C3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658529F-46B2-2E7A-09B1-FAE286021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DA752-6FA1-4844-ABEB-B03A4046077E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352007-7958-BDB7-3E3D-1163EF2E0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6A65CFF-B6D6-CADF-4C26-09DBD2BDF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4D16-AA04-4B51-8726-1D40778FE7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6251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7E54C6-CED2-43E5-3E3F-AFEC82115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AD1A614-64BD-08CB-91BD-60CFFCF7F2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D02494B-CD94-7FA0-333A-674FE8DBB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DCA3369-9691-208A-F5EB-7D17AFE51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DA752-6FA1-4844-ABEB-B03A4046077E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3CD08D2-4A92-4361-9E10-8CD7AA0FC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F481CCB-969F-BE1D-C31A-ED93CA304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4D16-AA04-4B51-8726-1D40778FE7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0577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7FD4C3-CE95-090E-52DB-D1AFDCDDC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9538AFE-1A07-ADE6-0A30-F742B59424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0E2BA1-8BDB-2378-43D7-DD554A2DF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DA752-6FA1-4844-ABEB-B03A4046077E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6B0ED4-E5EE-BE19-6083-0C276548D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CA8A15-BDE2-D664-BD59-D7DA1268D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4D16-AA04-4B51-8726-1D40778FE7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4529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9857B3A-1743-F926-A9EC-AA4212DD7C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1F868ED-FD85-81B8-3502-60E47DCF8C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557D9A-CA43-41E0-31E4-10AD298A0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DA752-6FA1-4844-ABEB-B03A4046077E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108BF4-72CD-4EC9-534F-52B5A290F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414286-5843-49B8-63CE-47229834F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4D16-AA04-4B51-8726-1D40778FE7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314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4919F4-D676-04C4-CBD5-4CAD1A317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0CA7555-5860-97DB-2C44-C6BFA6B2A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3E17D6-AB1F-19BE-CC61-82CA052E3E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0DA752-6FA1-4844-ABEB-B03A4046077E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F6DE76-47AA-7C08-DF54-2AD8D6E44C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4AB27E-3BCD-0163-B566-980A02F4F8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954D16-AA04-4B51-8726-1D40778FE7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0081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DC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9A36441-F2DE-51A9-2406-1EC617BDC999}"/>
              </a:ext>
            </a:extLst>
          </p:cNvPr>
          <p:cNvSpPr txBox="1">
            <a:spLocks/>
          </p:cNvSpPr>
          <p:nvPr/>
        </p:nvSpPr>
        <p:spPr>
          <a:xfrm>
            <a:off x="146375" y="75235"/>
            <a:ext cx="118992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6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Отчет о тестировании</a:t>
            </a:r>
          </a:p>
        </p:txBody>
      </p:sp>
      <p:pic>
        <p:nvPicPr>
          <p:cNvPr id="12" name="Рисунок 11" descr="Изображение выглядит как Шрифт, Графика, снимок экрана, графический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9EADF9C-150A-CD91-F00A-EBC0D32CB4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32" y="6223127"/>
            <a:ext cx="1961349" cy="559638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B2AF8F4-98B6-CEEE-9DA0-E92668C2FFA9}"/>
              </a:ext>
            </a:extLst>
          </p:cNvPr>
          <p:cNvSpPr/>
          <p:nvPr/>
        </p:nvSpPr>
        <p:spPr>
          <a:xfrm>
            <a:off x="86810" y="75235"/>
            <a:ext cx="12026096" cy="6707530"/>
          </a:xfrm>
          <a:prstGeom prst="rect">
            <a:avLst/>
          </a:prstGeom>
          <a:noFill/>
          <a:ln>
            <a:solidFill>
              <a:srgbClr val="92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F5C95FA8-AE2D-8A26-3024-3C081AA084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123153"/>
              </p:ext>
            </p:extLst>
          </p:nvPr>
        </p:nvGraphicFramePr>
        <p:xfrm>
          <a:off x="5523202" y="1041881"/>
          <a:ext cx="6502400" cy="51812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Диаграмма 8">
            <a:extLst>
              <a:ext uri="{FF2B5EF4-FFF2-40B4-BE49-F238E27FC236}">
                <a16:creationId xmlns:a16="http://schemas.microsoft.com/office/drawing/2014/main" id="{A914D412-7585-A892-07AB-1B748F929A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4060833"/>
              </p:ext>
            </p:extLst>
          </p:nvPr>
        </p:nvGraphicFramePr>
        <p:xfrm>
          <a:off x="166397" y="1041881"/>
          <a:ext cx="5356805" cy="50299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757342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DCD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2C7572-88A8-9D36-9B7B-5D8B5CED3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8EFB3E1-9275-7C35-937A-3260C351AF3E}"/>
              </a:ext>
            </a:extLst>
          </p:cNvPr>
          <p:cNvSpPr txBox="1">
            <a:spLocks/>
          </p:cNvSpPr>
          <p:nvPr/>
        </p:nvSpPr>
        <p:spPr>
          <a:xfrm>
            <a:off x="146375" y="75235"/>
            <a:ext cx="118992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6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Отчет о тестировании</a:t>
            </a:r>
          </a:p>
        </p:txBody>
      </p:sp>
      <p:pic>
        <p:nvPicPr>
          <p:cNvPr id="12" name="Рисунок 11" descr="Изображение выглядит как Шрифт, Графика, снимок экрана, графический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1085C92-49EE-662D-DAB9-971FEFA9C0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32" y="6223127"/>
            <a:ext cx="1961349" cy="559638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3CC3FA4-88B3-A48E-251B-D9F6CFEA1997}"/>
              </a:ext>
            </a:extLst>
          </p:cNvPr>
          <p:cNvSpPr/>
          <p:nvPr/>
        </p:nvSpPr>
        <p:spPr>
          <a:xfrm>
            <a:off x="86810" y="75235"/>
            <a:ext cx="12026096" cy="6707530"/>
          </a:xfrm>
          <a:prstGeom prst="rect">
            <a:avLst/>
          </a:prstGeom>
          <a:noFill/>
          <a:ln>
            <a:solidFill>
              <a:srgbClr val="92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D18B21F9-F3CA-0E92-FFAC-493621498A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1504621"/>
              </p:ext>
            </p:extLst>
          </p:nvPr>
        </p:nvGraphicFramePr>
        <p:xfrm>
          <a:off x="777715" y="1041881"/>
          <a:ext cx="10891069" cy="51812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50997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DCD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6434A3-CE98-C429-261A-C17CC152C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8811C07-41EC-3543-75AE-FCB39D9B2EC2}"/>
              </a:ext>
            </a:extLst>
          </p:cNvPr>
          <p:cNvSpPr txBox="1">
            <a:spLocks/>
          </p:cNvSpPr>
          <p:nvPr/>
        </p:nvSpPr>
        <p:spPr>
          <a:xfrm>
            <a:off x="146375" y="75235"/>
            <a:ext cx="118992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6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Отчет о тестировании</a:t>
            </a:r>
          </a:p>
        </p:txBody>
      </p:sp>
      <p:pic>
        <p:nvPicPr>
          <p:cNvPr id="12" name="Рисунок 11" descr="Изображение выглядит как Шрифт, Графика, снимок экрана, графический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E11920E-81C7-33DA-DCAF-D7CD951F1F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32" y="6223127"/>
            <a:ext cx="1961349" cy="559638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AB38D7A-53B6-C6CE-57DA-6A5E5FC9FCA0}"/>
              </a:ext>
            </a:extLst>
          </p:cNvPr>
          <p:cNvSpPr/>
          <p:nvPr/>
        </p:nvSpPr>
        <p:spPr>
          <a:xfrm>
            <a:off x="86810" y="75235"/>
            <a:ext cx="12026096" cy="6707530"/>
          </a:xfrm>
          <a:prstGeom prst="rect">
            <a:avLst/>
          </a:prstGeom>
          <a:noFill/>
          <a:ln>
            <a:solidFill>
              <a:srgbClr val="92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3B94CBEE-4A5F-E689-7FBB-AEFEA15264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2421126"/>
              </p:ext>
            </p:extLst>
          </p:nvPr>
        </p:nvGraphicFramePr>
        <p:xfrm>
          <a:off x="777715" y="1041881"/>
          <a:ext cx="10891069" cy="51812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628475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DCD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801314-0066-1042-BD61-5C8D694D2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464C4E95-A40C-9310-23FC-149712238A87}"/>
              </a:ext>
            </a:extLst>
          </p:cNvPr>
          <p:cNvSpPr txBox="1">
            <a:spLocks/>
          </p:cNvSpPr>
          <p:nvPr/>
        </p:nvSpPr>
        <p:spPr>
          <a:xfrm>
            <a:off x="146375" y="75235"/>
            <a:ext cx="118992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6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Отчет о тестировании</a:t>
            </a:r>
          </a:p>
        </p:txBody>
      </p:sp>
      <p:pic>
        <p:nvPicPr>
          <p:cNvPr id="12" name="Рисунок 11" descr="Изображение выглядит как Шрифт, Графика, снимок экрана, графический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B73A97C-EDF1-C11F-1716-7C49990A2D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32" y="6223127"/>
            <a:ext cx="1961349" cy="559638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06C676A-AD50-CA61-7702-662C42AD0D7E}"/>
              </a:ext>
            </a:extLst>
          </p:cNvPr>
          <p:cNvSpPr/>
          <p:nvPr/>
        </p:nvSpPr>
        <p:spPr>
          <a:xfrm>
            <a:off x="86810" y="75235"/>
            <a:ext cx="12026096" cy="6707530"/>
          </a:xfrm>
          <a:prstGeom prst="rect">
            <a:avLst/>
          </a:prstGeom>
          <a:noFill/>
          <a:ln>
            <a:solidFill>
              <a:srgbClr val="92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D694A21C-21D3-B509-C2DA-EEBBE6BDFB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5979320"/>
              </p:ext>
            </p:extLst>
          </p:nvPr>
        </p:nvGraphicFramePr>
        <p:xfrm>
          <a:off x="777715" y="1041881"/>
          <a:ext cx="10891069" cy="51812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744254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DCD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ABCBBF-2C6C-9E9D-E4D3-93C8EDACA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C4FAFF3-07E5-2DCF-D195-B00E402C6B28}"/>
              </a:ext>
            </a:extLst>
          </p:cNvPr>
          <p:cNvSpPr txBox="1">
            <a:spLocks/>
          </p:cNvSpPr>
          <p:nvPr/>
        </p:nvSpPr>
        <p:spPr>
          <a:xfrm>
            <a:off x="146375" y="75235"/>
            <a:ext cx="118992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6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Отчет о тестировании</a:t>
            </a:r>
          </a:p>
        </p:txBody>
      </p:sp>
      <p:pic>
        <p:nvPicPr>
          <p:cNvPr id="12" name="Рисунок 11" descr="Изображение выглядит как Шрифт, Графика, снимок экрана, графический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B334B70-74C7-C18F-2576-DD524A3F9A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32" y="6223127"/>
            <a:ext cx="1961349" cy="559638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246C7BF-C260-4CB8-E36E-286C3D7F00F9}"/>
              </a:ext>
            </a:extLst>
          </p:cNvPr>
          <p:cNvSpPr/>
          <p:nvPr/>
        </p:nvSpPr>
        <p:spPr>
          <a:xfrm>
            <a:off x="86810" y="75235"/>
            <a:ext cx="12026096" cy="6707530"/>
          </a:xfrm>
          <a:prstGeom prst="rect">
            <a:avLst/>
          </a:prstGeom>
          <a:noFill/>
          <a:ln>
            <a:solidFill>
              <a:srgbClr val="92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E911C285-CB25-59D1-2BFE-68BC7BBA6A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0220847"/>
              </p:ext>
            </p:extLst>
          </p:nvPr>
        </p:nvGraphicFramePr>
        <p:xfrm>
          <a:off x="777715" y="1041881"/>
          <a:ext cx="10891069" cy="51812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52876324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2385</TotalTime>
  <Words>62</Words>
  <Application>Microsoft Office PowerPoint</Application>
  <PresentationFormat>Широкоэкранный</PresentationFormat>
  <Paragraphs>16</Paragraphs>
  <Slides>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Cascadia Code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Путевод</dc:title>
  <dc:creator>Shulz Daniil</dc:creator>
  <cp:lastModifiedBy>Mathew Tk</cp:lastModifiedBy>
  <cp:revision>45</cp:revision>
  <dcterms:created xsi:type="dcterms:W3CDTF">2025-03-28T21:40:48Z</dcterms:created>
  <dcterms:modified xsi:type="dcterms:W3CDTF">2025-06-04T19:59:16Z</dcterms:modified>
</cp:coreProperties>
</file>